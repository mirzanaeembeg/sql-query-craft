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9753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0479" y="443274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MediLink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86001" y="169776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000" dirty="0">
                <a:solidFill>
                  <a:srgbClr val="D7E6F5"/>
                </a:solidFill>
                <a:latin typeface="Bahnschrift" panose="020B0502040204020203" pitchFamily="34" charset="0"/>
                <a:ea typeface="Helvetica" pitchFamily="34" charset="-122"/>
                <a:cs typeface="Helvetica" pitchFamily="34" charset="-120"/>
              </a:rPr>
              <a:t>A relational database connecting patients, doctors, hospitals, pharmacies,</a:t>
            </a:r>
            <a:endParaRPr lang="en-US" sz="2000" dirty="0">
              <a:latin typeface="Bahnschrift" panose="020B0502040204020203" pitchFamily="34" charset="0"/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2000" dirty="0">
                <a:solidFill>
                  <a:srgbClr val="D7E6F5"/>
                </a:solidFill>
                <a:latin typeface="Bahnschrift" panose="020B0502040204020203" pitchFamily="34" charset="0"/>
                <a:ea typeface="Helvetica" pitchFamily="34" charset="-122"/>
                <a:cs typeface="Helvetica" pitchFamily="34" charset="-120"/>
              </a:rPr>
              <a:t>pharmaceutical companies, and research centers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695416" y="32519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100" dirty="0">
                <a:solidFill>
                  <a:srgbClr val="8FA8B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569936" y="32519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Mirza Naeem Beg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95416" y="36726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100" dirty="0">
                <a:solidFill>
                  <a:srgbClr val="8FA8B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GITHUB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69936" y="367261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mirzanaeembeg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5416" y="409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100" dirty="0">
                <a:solidFill>
                  <a:srgbClr val="8FA8B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69936" y="4093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mn_beg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95416" y="45138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100" dirty="0">
                <a:solidFill>
                  <a:srgbClr val="8FA8B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LOCATION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9936" y="451386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Dhaka, Bangladesh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95416" y="4934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100" dirty="0">
                <a:solidFill>
                  <a:srgbClr val="8FA8B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RECORDED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9936" y="493448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August 20, </a:t>
            </a: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2026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FA8B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CS50 SQL Final Project Video Overview | https://mirzanaeembeg.github.io/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17043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network that makes medical advice easier to access, and helps prescribers and suppliers coordinate.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EAF1F8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" y="2112264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Patients &amp; Doctors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24128" y="2514600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Identifying info, specialties, chamber details, hospital affiliation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5112" y="196596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EAF1F8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2112264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Facilities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26280" y="2514600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Hospitals, pharmacies, pharma companies, research centers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827264" y="196596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EAF1F8"/>
          </a:solidFill>
          <a:ln/>
        </p:spPr>
      </p:sp>
      <p:sp>
        <p:nvSpPr>
          <p:cNvPr id="11" name="Text 9"/>
          <p:cNvSpPr/>
          <p:nvPr/>
        </p:nvSpPr>
        <p:spPr>
          <a:xfrm>
            <a:off x="8028432" y="2112264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Network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028432" y="2514600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Polymorphic follows between any two user types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639312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EAF1F8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3785616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24128" y="4187952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Threaded patient-doctor messages and doctor posts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25112" y="3639312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EAF1F8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3785616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Prescriptions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26280" y="4187952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Multi-medicine prescriptions tied to a consultation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827264" y="3639312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EAF1F8"/>
          </a:solidFill>
          <a:ln/>
        </p:spPr>
      </p:sp>
      <p:sp>
        <p:nvSpPr>
          <p:cNvPr id="20" name="Text 18"/>
          <p:cNvSpPr/>
          <p:nvPr/>
        </p:nvSpPr>
        <p:spPr>
          <a:xfrm>
            <a:off x="8028432" y="3785616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Supply Chain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028432" y="4187952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Free samples to doctors, bulk supply to pharmacies, patient collection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Entities &amp; Relationships</a:t>
            </a:r>
            <a:endParaRPr lang="en-US" sz="3000" dirty="0"/>
          </a:p>
        </p:txBody>
      </p:sp>
      <p:pic>
        <p:nvPicPr>
          <p:cNvPr id="3" name="Image 0" descr="/home/claude/pptx_build/e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143000"/>
            <a:ext cx="1088136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 Highlights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587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08760" y="143560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polymorphic follows table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08760" y="176479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table lets any of the six user types follow any other as </a:t>
            </a:r>
            <a:r>
              <a:rPr lang="en-US" sz="1400" dirty="0" err="1">
                <a:solidFill>
                  <a:srgbClr val="5B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patient→doctor</a:t>
            </a:r>
            <a:r>
              <a:rPr lang="en-US" sz="1400" dirty="0">
                <a:solidFill>
                  <a:srgbClr val="5B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, doctor→research center, </a:t>
            </a:r>
            <a:r>
              <a:rPr lang="en-US" sz="1400" dirty="0" err="1">
                <a:solidFill>
                  <a:srgbClr val="5B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pharma→doctor</a:t>
            </a:r>
            <a:r>
              <a:rPr lang="en-US" sz="1400" dirty="0">
                <a:solidFill>
                  <a:srgbClr val="5B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via follower_type / followee_type CHECK constraints.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6334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587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60604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Threaded messages &amp; traceable prescriptions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8760" y="293522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messages self-references via parent_message_id for reply threads; prescriptions optionally links back to the consultation message that prompted it.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80390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587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377647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Full supply-chain trail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08760" y="4105656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medicine_samples and pharmacy_supplies both point back to medicines, so a batch can be traced from manufacturer to doctor sample or pharmacy shelf, and medicine_collections closes the loop to the patient.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974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974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587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946904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Indexes matched to real queries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527608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Name/specialty search on doctors and patients, both directions of follows, and patient+doctor message threads are all indexed against queries.sql's actual lookups.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Optimizations &amp; 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5120640" cy="4709160"/>
          </a:xfrm>
          <a:prstGeom prst="roundRect">
            <a:avLst>
              <a:gd name="adj" fmla="val 1553"/>
            </a:avLst>
          </a:prstGeom>
          <a:solidFill>
            <a:srgbClr val="EAF1F8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B587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OPTIMIZATIONS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2057400"/>
            <a:ext cx="4572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B3A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Name/specialty indexes </a:t>
            </a:r>
            <a:r>
              <a:rPr lang="en-US" sz="1600" dirty="0">
                <a:solidFill>
                  <a:srgbClr val="5B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 doctors &amp; patients for the app's most common lookups
</a:t>
            </a:r>
            <a:r>
              <a:rPr lang="en-US" sz="1600" b="1" dirty="0">
                <a:solidFill>
                  <a:srgbClr val="1B3A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Medicine name index </a:t>
            </a:r>
            <a:r>
              <a:rPr lang="en-US" sz="1600" dirty="0">
                <a:solidFill>
                  <a:srgbClr val="5B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since it's searched across prescriptions, samples, and supply
</a:t>
            </a:r>
            <a:r>
              <a:rPr lang="en-US" sz="1600" b="1" dirty="0">
                <a:solidFill>
                  <a:srgbClr val="1B3A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Bidirectional follows indexes </a:t>
            </a:r>
            <a:r>
              <a:rPr lang="en-US" sz="1600" dirty="0">
                <a:solidFill>
                  <a:srgbClr val="5B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 "who I follow" and "who follows me"
</a:t>
            </a:r>
            <a:r>
              <a:rPr lang="en-US" sz="1600" b="1" dirty="0">
                <a:solidFill>
                  <a:srgbClr val="1B3A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Thread &amp; history indexes </a:t>
            </a:r>
            <a:r>
              <a:rPr lang="en-US" sz="1600" dirty="0">
                <a:solidFill>
                  <a:srgbClr val="5B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 messages and prescriptions for fast conversation and history retrieval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17920" y="1417320"/>
            <a:ext cx="5120640" cy="4709160"/>
          </a:xfrm>
          <a:prstGeom prst="roundRect">
            <a:avLst>
              <a:gd name="adj" fmla="val 1553"/>
            </a:avLst>
          </a:prstGeom>
          <a:solidFill>
            <a:srgbClr val="EAF1F8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B587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92240" y="2057400"/>
            <a:ext cx="4572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B3A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dynamic FK on follows. </a:t>
            </a:r>
            <a:r>
              <a:rPr lang="en-US" sz="1600" dirty="0">
                <a:solidFill>
                  <a:srgbClr val="5B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SQLite can't validate follower_id/followee_id against a table chosen by a *_type column; enforced at the app layer
</a:t>
            </a:r>
            <a:r>
              <a:rPr lang="en-US" sz="1600" b="1" dirty="0">
                <a:solidFill>
                  <a:srgbClr val="1B3A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partial fulfillment tracking. </a:t>
            </a:r>
            <a:r>
              <a:rPr lang="en-US" sz="1600" dirty="0" err="1">
                <a:solidFill>
                  <a:srgbClr val="5B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medicine_collections</a:t>
            </a:r>
            <a:r>
              <a:rPr lang="en-US" sz="1600" dirty="0">
                <a:solidFill>
                  <a:srgbClr val="5B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logs that a collection happened, not how much of the quantity it covered
</a:t>
            </a:r>
            <a:r>
              <a:rPr lang="en-US" sz="1600" b="1" dirty="0">
                <a:solidFill>
                  <a:srgbClr val="1B3A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inventory balance check. </a:t>
            </a:r>
            <a:r>
              <a:rPr lang="en-US" sz="1600" dirty="0">
                <a:solidFill>
                  <a:srgbClr val="5B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pharmacy could be recorded as supplying more than it received
</a:t>
            </a:r>
            <a:r>
              <a:rPr lang="en-US" sz="1600" b="1" dirty="0">
                <a:solidFill>
                  <a:srgbClr val="1B3A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 of scope: </a:t>
            </a:r>
            <a:r>
              <a:rPr lang="en-US" sz="1600" dirty="0">
                <a:solidFill>
                  <a:srgbClr val="5B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billing, insurance, scheduling, video/voice, moderation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Words>441</Words>
  <Application>Microsoft Office PowerPoint</Application>
  <PresentationFormat>Widescreen</PresentationFormat>
  <Paragraphs>52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Bahnschrift</vt:lpstr>
      <vt:lpstr>Calibri</vt:lpstr>
      <vt:lpstr>Georgia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Naeem Beg</cp:lastModifiedBy>
  <cp:revision>4</cp:revision>
  <dcterms:created xsi:type="dcterms:W3CDTF">2026-08-19T18:43:11Z</dcterms:created>
  <dcterms:modified xsi:type="dcterms:W3CDTF">2026-08-20T03:18:49Z</dcterms:modified>
</cp:coreProperties>
</file>